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75"/>
    <p:restoredTop sz="94666"/>
  </p:normalViewPr>
  <p:slideViewPr>
    <p:cSldViewPr snapToGrid="0">
      <p:cViewPr varScale="1">
        <p:scale>
          <a:sx n="111" d="100"/>
          <a:sy n="111" d="100"/>
        </p:scale>
        <p:origin x="8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9C775-9A46-ABB8-87EA-8C55B9931C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E422AE-7289-3F30-88CE-5FDB2319F8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CC362-1695-1A3B-050A-B69251722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01743-F5CA-D01A-70CA-060A44F2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15897F-1524-DAF7-C65E-DD83F1BAF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211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66F8C-F1F2-27EB-F7F5-558D5AFF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BB7A2-5520-57E4-4784-3DCA3BCDD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01D31-E2E2-1A49-C841-1C0C1117A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94585-9E80-9936-7404-28076B017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0EBAD-A741-A168-9A81-EB14147C7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92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7C5B-70F6-DCBE-6802-119B6DB05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448869-D9C0-7684-B2F7-9AE428B102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F620F-35AE-3EBE-6346-8056A338D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33774-4F7A-D717-8328-7C5DA9C04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350AF-DA43-10A7-1694-C7B20FB1A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538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E39A6-C9B6-34DB-3B15-8D81A56AC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0D8B1E-047E-2F9A-D77D-5C3DA99E0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67AE60-0FAC-C546-69A6-693BD01D1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DB201F-7056-1FCE-01FA-6088DE10F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EA4B41-E20B-0379-E261-C12672435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2CF3D4-2F2A-4E61-6833-7EABE8041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54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174A4-5C6B-7A7B-DD13-13E8642C2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12347-EFF7-6B94-9661-B661BA36C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21DA4D-F9BB-5B51-698B-270FDC618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4BC6C4-EAEE-1EB9-8058-2FDF085973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0FB0E9-058D-8DCC-34CE-3B3F232C93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698337-F062-3DA8-F4E7-8295B8E9D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20B161-589D-DA62-B6AC-BB6B3372A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85BC41-D156-7E6B-6D81-80E277106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536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3BDCD-6921-78E5-3EB6-EBEC2728F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B969CB-D956-CF7A-FCA1-AB0745962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B28312-E091-F562-4541-0A594175D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97EE2-1A78-BB71-D7D5-8BD399CCF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313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7356E-97DE-53B2-837B-574324A98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821270-2406-C922-9B1C-34A2AAAAF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A38D3-70B8-DB10-F782-17F8A955D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052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18563-E3D6-1635-93C4-711A87A3C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DB288-A79F-88D0-D73B-1A0903653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129D63-8BB5-2D71-6333-639A2D9632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963A2-537A-17C0-2996-535F399A8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9EDF12-DFF9-57F2-F62E-D3EBFE220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724413-975F-A8E3-31F4-E1BBE82E7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574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12FF4-6CD3-C016-DF43-9E62BEF65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962BFE-8435-B396-52F6-28B43DBE3F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C29943-414E-22DB-C7D7-6A3FE568E0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54F6FC-5AA0-C957-1877-D7E119297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55D58-5061-DEC1-BCED-3EB6AF1A2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5C9284-EF9D-9285-5C9B-C8D9EEDEF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0022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26338-5477-F68B-109E-A9E3F1FEB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A24098-C9C6-51C9-2D2D-2026C57772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235276-D617-633C-73F3-45AB16D7A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B4005-9943-605D-F5B5-87FA7B95E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99005-FB38-F4E1-8A52-7898E75D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05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C17B2D-63BA-D232-7CBD-C0ED5218BB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45C9A1-BF56-4E83-8A47-A0B452096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C20D2-2D1F-344F-DD0C-9EE1D1F0E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9DD540-A444-1E94-BBC5-AF7D3A5F8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FF26B-D8B6-8DC6-DB87-402654D90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06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4202D0-0B8E-261F-D2FC-AB0D8448D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9B0DC-FA33-3845-EBD6-BB1F5DDE8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605D0-1B18-9B0D-EA5E-11AD1AA81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5D387A-A96D-B746-92D4-11C89580747C}" type="datetimeFigureOut">
              <a:rPr lang="en-US" smtClean="0"/>
              <a:t>7/8/25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CD9A11-88B8-EFF0-FABE-5CAE6B89C0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BE215-079D-7057-729A-C57876640B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7A5D6F-B37F-2340-9F99-8CC40EBCDD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404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nkari-KK/new-learning/blob/a220d85c6a7fff1c711a3dac28f00cc2f388ada7/Langfuse_trace-aaa1b1e10c4f5ad07f62305456974edd.json" TargetMode="External"/><Relationship Id="rId2" Type="http://schemas.openxmlformats.org/officeDocument/2006/relationships/hyperlink" Target="https://github.com/Sankari-KK/new-learning/blob/a220d85c6a7fff1c711a3dac28f00cc2f388ada7/Langfuseworking.ipynb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51A5C-8049-D6B7-A9ED-146CB656D2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161664"/>
            <a:ext cx="10363200" cy="1065252"/>
          </a:xfrm>
        </p:spPr>
        <p:txBody>
          <a:bodyPr/>
          <a:lstStyle/>
          <a:p>
            <a:r>
              <a:rPr lang="en-IN" b="1" dirty="0"/>
              <a:t>Integrate </a:t>
            </a:r>
            <a:r>
              <a:rPr lang="en-IN" b="1" dirty="0" err="1"/>
              <a:t>LangFuse</a:t>
            </a:r>
            <a:r>
              <a:rPr lang="en-IN" b="1" dirty="0"/>
              <a:t> to AI Agent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2845B7-78F5-6EC4-7DD7-E10E21623B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0547" y="1356549"/>
            <a:ext cx="9742025" cy="3747886"/>
          </a:xfrm>
        </p:spPr>
        <p:txBody>
          <a:bodyPr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800" dirty="0"/>
              <a:t>Git URL for Python File: </a:t>
            </a:r>
            <a:r>
              <a:rPr lang="en-US" sz="1800" dirty="0">
                <a:hlinkClick r:id="rId2"/>
              </a:rPr>
              <a:t>https://github.com/Sankari-KK/new-learning/blob/a220d85c6a7fff1c711a3dac28f00cc2f388ada7/Langfuseworking.ipynb</a:t>
            </a:r>
            <a:r>
              <a:rPr lang="en-US" sz="1800" dirty="0"/>
              <a:t>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800" dirty="0"/>
              <a:t>Trace JSON File: </a:t>
            </a:r>
            <a:r>
              <a:rPr lang="en-US" sz="1800" dirty="0">
                <a:hlinkClick r:id="rId3"/>
              </a:rPr>
              <a:t>https://github.com/Sankari-KK/new-learning/blob/a220d85c6a7fff1c711a3dac28f00cc2f388ada7/Langfuse_trace-aaa1b1e10c4f5ad07f62305456974edd.json</a:t>
            </a:r>
            <a:r>
              <a:rPr lang="en-US" sz="1800" dirty="0"/>
              <a:t>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800" dirty="0" err="1"/>
              <a:t>Langfuse</a:t>
            </a:r>
            <a:r>
              <a:rPr lang="en-US" sz="1800" dirty="0"/>
              <a:t> Tracing Screenshots provided in the next slide</a:t>
            </a:r>
          </a:p>
        </p:txBody>
      </p:sp>
    </p:spTree>
    <p:extLst>
      <p:ext uri="{BB962C8B-B14F-4D97-AF65-F5344CB8AC3E}">
        <p14:creationId xmlns:p14="http://schemas.microsoft.com/office/powerpoint/2010/main" val="3040664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8EC2FC-615F-1454-B13E-5FF813755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720433-80D2-BD88-1D55-BAC766D7FC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8881" y="417576"/>
            <a:ext cx="10909640" cy="342708"/>
          </a:xfrm>
        </p:spPr>
        <p:txBody>
          <a:bodyPr anchor="ctr">
            <a:normAutofit fontScale="90000"/>
          </a:bodyPr>
          <a:lstStyle/>
          <a:p>
            <a:r>
              <a:rPr lang="en-US" sz="6600" dirty="0" err="1"/>
              <a:t>LangFuse</a:t>
            </a:r>
            <a:r>
              <a:rPr lang="en-US" sz="6600" dirty="0"/>
              <a:t> Screenshots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C95119D-E0E4-0DD6-4743-357F7E62F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672" y="1177860"/>
            <a:ext cx="5593970" cy="2496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7B0485A-2984-12FF-EF3F-7F88A53C08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927" y="2724912"/>
            <a:ext cx="8337953" cy="4133088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1C63702-BF44-CF7E-7394-A73679149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956" y="4092389"/>
            <a:ext cx="3203015" cy="2227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938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61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Integrate LangFuse to AI Agent</vt:lpstr>
      <vt:lpstr>LangFuse Screenshots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Sankareswari Athiappan</dc:creator>
  <cp:lastModifiedBy>Sankareswari Athiappan</cp:lastModifiedBy>
  <cp:revision>2</cp:revision>
  <dcterms:created xsi:type="dcterms:W3CDTF">2025-07-08T13:41:52Z</dcterms:created>
  <dcterms:modified xsi:type="dcterms:W3CDTF">2025-07-08T15:14:59Z</dcterms:modified>
</cp:coreProperties>
</file>