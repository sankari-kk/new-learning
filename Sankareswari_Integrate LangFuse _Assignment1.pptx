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7"/>
  </p:notesMasterIdLst>
  <p:sldIdLst>
    <p:sldId id="2147476792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1"/>
    <p:restoredTop sz="94666"/>
  </p:normalViewPr>
  <p:slideViewPr>
    <p:cSldViewPr snapToGrid="0">
      <p:cViewPr varScale="1">
        <p:scale>
          <a:sx n="94" d="100"/>
          <a:sy n="94" d="100"/>
        </p:scale>
        <p:origin x="21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8202B-F48E-274A-8004-9324FE3823B9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56BF5-C7BF-AF4B-8B25-D78DB5B95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8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E6CB-20B0-A6F7-2A60-CB5804B2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435DB-0E21-955E-9EC5-1ED22BEF6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90BD7-B07E-56BA-16C3-6DF5DC447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A505D-7582-AF55-9C45-A732EC34C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00F4DD-433F-9D42-8752-618973F7408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90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C775-9A46-ABB8-87EA-8C55B9931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422AE-7289-3F30-88CE-5FDB2319F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CC362-1695-1A3B-050A-B6925172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01743-F5CA-D01A-70CA-060A44F2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5897F-1524-DAF7-C65E-DD83F1BA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1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6F8C-F1F2-27EB-F7F5-558D5AFF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B7A2-5520-57E4-4784-3DCA3BCDD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01D31-E2E2-1A49-C841-1C0C1117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94585-9E80-9936-7404-28076B01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0EBAD-A741-A168-9A81-EB14147C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2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7C5B-70F6-DCBE-6802-119B6DB0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48869-D9C0-7684-B2F7-9AE428B10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F620F-35AE-3EBE-6346-8056A338D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3774-4F7A-D717-8328-7C5DA9C0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350AF-DA43-10A7-1694-C7B20FB1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38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39A6-C9B6-34DB-3B15-8D81A56AC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8B1E-047E-2F9A-D77D-5C3DA99E0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7AE60-0FAC-C546-69A6-693BD01D1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B201F-7056-1FCE-01FA-6088DE10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A4B41-E20B-0379-E261-C1267243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CF3D4-2F2A-4E61-6833-7EABE804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5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74A4-5C6B-7A7B-DD13-13E8642C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12347-EFF7-6B94-9661-B661BA36C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1DA4D-F9BB-5B51-698B-270FDC618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BC6C4-EAEE-1EB9-8058-2FDF08597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0FB0E9-058D-8DCC-34CE-3B3F232C9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98337-F062-3DA8-F4E7-8295B8E9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0B161-589D-DA62-B6AC-BB6B3372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5BC41-D156-7E6B-6D81-80E27710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3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BDCD-6921-78E5-3EB6-EBEC2728F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B969CB-D956-CF7A-FCA1-AB074596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28312-E091-F562-4541-0A594175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97EE2-1A78-BB71-D7D5-8BD399CC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1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7356E-97DE-53B2-837B-574324A98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21270-2406-C922-9B1C-34A2AAAA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A38D3-70B8-DB10-F782-17F8A955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5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8563-E3D6-1635-93C4-711A87A3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DB288-A79F-88D0-D73B-1A0903653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29D63-8BB5-2D71-6333-639A2D963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963A2-537A-17C0-2996-535F399A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EDF12-DFF9-57F2-F62E-D3EBFE22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24413-975F-A8E3-31F4-E1BBE82E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57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2FF4-6CD3-C016-DF43-9E62BEF65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62BFE-8435-B396-52F6-28B43DBE3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29943-414E-22DB-C7D7-6A3FE568E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4F6FC-5AA0-C957-1877-D7E11929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55D58-5061-DEC1-BCED-3EB6AF1A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C9284-EF9D-9285-5C9B-C8D9EEDE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0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6338-5477-F68B-109E-A9E3F1FE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24098-C9C6-51C9-2D2D-2026C5777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35276-D617-633C-73F3-45AB16D7A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4005-9943-605D-F5B5-87FA7B95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99005-FB38-F4E1-8A52-7898E75D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5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17B2D-63BA-D232-7CBD-C0ED5218B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5C9A1-BF56-4E83-8A47-A0B452096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C20D2-2D1F-344F-DD0C-9EE1D1F0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DD540-A444-1E94-BBC5-AF7D3A5F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FF26B-D8B6-8DC6-DB87-402654D9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BC1842-1AA2-E248-8D74-DA9CC1F8097B}"/>
              </a:ext>
            </a:extLst>
          </p:cNvPr>
          <p:cNvCxnSpPr>
            <a:cxnSpLocks/>
          </p:cNvCxnSpPr>
          <p:nvPr/>
        </p:nvCxn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95" indent="0" algn="ctr">
              <a:buNone/>
              <a:defRPr sz="2000"/>
            </a:lvl2pPr>
            <a:lvl3pPr marL="914390" indent="0" algn="ctr">
              <a:buNone/>
              <a:defRPr sz="1800"/>
            </a:lvl3pPr>
            <a:lvl4pPr marL="1371586" indent="0" algn="ctr">
              <a:buNone/>
              <a:defRPr sz="1600"/>
            </a:lvl4pPr>
            <a:lvl5pPr marL="1828781" indent="0" algn="ctr">
              <a:buNone/>
              <a:defRPr sz="1600"/>
            </a:lvl5pPr>
            <a:lvl6pPr marL="2285975" indent="0" algn="ctr">
              <a:buNone/>
              <a:defRPr sz="1600"/>
            </a:lvl6pPr>
            <a:lvl7pPr marL="2743170" indent="0" algn="ctr">
              <a:buNone/>
              <a:defRPr sz="1600"/>
            </a:lvl7pPr>
            <a:lvl8pPr marL="3200366" indent="0" algn="ctr">
              <a:buNone/>
              <a:defRPr sz="1600"/>
            </a:lvl8pPr>
            <a:lvl9pPr marL="365756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5DD5DF-B308-0D49-8B63-8E5315E291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67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4">
            <a:extLst>
              <a:ext uri="{FF2B5EF4-FFF2-40B4-BE49-F238E27FC236}">
                <a16:creationId xmlns:a16="http://schemas.microsoft.com/office/drawing/2014/main" id="{B8D1FC50-96A6-6343-9FEA-790DCE21B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76" y="652463"/>
            <a:ext cx="2030413" cy="29051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F8DC7E-DD12-EB49-8B8E-8E789EA03F87}"/>
              </a:ext>
            </a:extLst>
          </p:cNvPr>
          <p:cNvCxnSpPr>
            <a:cxnSpLocks/>
          </p:cNvCxnSpPr>
          <p:nvPr/>
        </p:nvCxnSpPr>
        <p:spPr>
          <a:xfrm>
            <a:off x="666750" y="1227138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195" indent="0" algn="ctr">
              <a:buNone/>
              <a:defRPr sz="2000"/>
            </a:lvl2pPr>
            <a:lvl3pPr marL="914390" indent="0" algn="ctr">
              <a:buNone/>
              <a:defRPr sz="1800"/>
            </a:lvl3pPr>
            <a:lvl4pPr marL="1371586" indent="0" algn="ctr">
              <a:buNone/>
              <a:defRPr sz="1600"/>
            </a:lvl4pPr>
            <a:lvl5pPr marL="1828781" indent="0" algn="ctr">
              <a:buNone/>
              <a:defRPr sz="1600"/>
            </a:lvl5pPr>
            <a:lvl6pPr marL="2285975" indent="0" algn="ctr">
              <a:buNone/>
              <a:defRPr sz="1600"/>
            </a:lvl6pPr>
            <a:lvl7pPr marL="2743170" indent="0" algn="ctr">
              <a:buNone/>
              <a:defRPr sz="1600"/>
            </a:lvl7pPr>
            <a:lvl8pPr marL="3200366" indent="0" algn="ctr">
              <a:buNone/>
              <a:defRPr sz="1600"/>
            </a:lvl8pPr>
            <a:lvl9pPr marL="365756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49268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Blu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FBA752-FC68-E647-81EB-746DDC1EE942}"/>
              </a:ext>
            </a:extLst>
          </p:cNvPr>
          <p:cNvCxnSpPr>
            <a:cxnSpLocks/>
          </p:cNvCxnSpPr>
          <p:nvPr/>
        </p:nvCxnSpPr>
        <p:spPr>
          <a:xfrm>
            <a:off x="666750" y="433387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2076451"/>
            <a:ext cx="10533275" cy="207198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457388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95" indent="0" algn="ctr">
              <a:buNone/>
              <a:defRPr sz="2000"/>
            </a:lvl2pPr>
            <a:lvl3pPr marL="914390" indent="0" algn="ctr">
              <a:buNone/>
              <a:defRPr sz="1800"/>
            </a:lvl3pPr>
            <a:lvl4pPr marL="1371586" indent="0" algn="ctr">
              <a:buNone/>
              <a:defRPr sz="1600"/>
            </a:lvl4pPr>
            <a:lvl5pPr marL="1828781" indent="0" algn="ctr">
              <a:buNone/>
              <a:defRPr sz="1600"/>
            </a:lvl5pPr>
            <a:lvl6pPr marL="2285975" indent="0" algn="ctr">
              <a:buNone/>
              <a:defRPr sz="1600"/>
            </a:lvl6pPr>
            <a:lvl7pPr marL="2743170" indent="0" algn="ctr">
              <a:buNone/>
              <a:defRPr sz="1600"/>
            </a:lvl7pPr>
            <a:lvl8pPr marL="3200366" indent="0" algn="ctr">
              <a:buNone/>
              <a:defRPr sz="1600"/>
            </a:lvl8pPr>
            <a:lvl9pPr marL="365756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2A2503A-D13F-2E4F-8941-684A2AD9BF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19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7265BB8-3CC4-D24C-9A80-A0DCEA34D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6457951"/>
            <a:ext cx="2752677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A32166-CD09-6C47-9170-C0E551CAC873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251A6A-9906-0846-A0AE-A84C2CB71F53}"/>
              </a:ext>
            </a:extLst>
          </p:cNvPr>
          <p:cNvSpPr/>
          <p:nvPr/>
        </p:nvSpPr>
        <p:spPr>
          <a:xfrm>
            <a:off x="781051" y="2"/>
            <a:ext cx="561975" cy="6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38"/>
          </a:p>
        </p:txBody>
      </p:sp>
      <p:pic>
        <p:nvPicPr>
          <p:cNvPr id="8" name="Graphic 9">
            <a:extLst>
              <a:ext uri="{FF2B5EF4-FFF2-40B4-BE49-F238E27FC236}">
                <a16:creationId xmlns:a16="http://schemas.microsoft.com/office/drawing/2014/main" id="{19CC3A0E-059E-2348-8EB8-801EB3FD36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38127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6" y="1387475"/>
            <a:ext cx="1105852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B2BC9-D147-EE4E-A68D-31E4DEFB3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37302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CF94E228-EDBA-BC4C-ABED-6F3C1A9010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CA86B90-A6A0-EE42-BC9A-4B49D8805F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4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61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0B1224-DAF3-BF42-ADA2-342CA6A9BE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02E737C-7032-7B45-9176-1933D43D2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6457951"/>
            <a:ext cx="2752677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28DEB5-28F2-9E4C-A8D5-2AE84B94F30F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85801" y="238127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39BD169-C8AF-4D4E-9A58-1FB2D26B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37302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B2419100-B348-6C46-A05D-815961EF68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53A901C-CEC7-784A-B8DC-2B648C7F2D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4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6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DA66F2CF-2F42-5248-9C10-6405D62601C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D352EF0B-6323-DC4A-96F2-9F8D230E2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6457951"/>
            <a:ext cx="2752677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AD2150-CC17-0841-8FA6-F620F8E136E1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238127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37975-F5FC-224D-93D4-1BD687D25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37302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A1949909-090E-7F47-8180-F1C1AE5B4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B43F62-D041-A34A-8BBA-6307FF5E16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4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86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C92F021B-3E8B-7C4F-B75C-5349E20231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238127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5932824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4508082-3C66-DE41-824B-8C7D959EE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6" y="6457951"/>
            <a:ext cx="2752677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8E294F-853D-3F43-97FD-73DCB4910F35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83A090-E8F6-644B-8CAD-AC1AE541E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" y="6337302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69BFB6C7-4CFE-684D-9F0F-089FE7A8AE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D010D6-C6F8-F141-A1B1-181F06E83D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4534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1046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81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401AD8-5990-D04D-B5D4-8857BA954750}"/>
              </a:ext>
            </a:extLst>
          </p:cNvPr>
          <p:cNvSpPr/>
          <p:nvPr/>
        </p:nvSpPr>
        <p:spPr>
          <a:xfrm>
            <a:off x="896938" y="1662115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38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20" y="2212262"/>
            <a:ext cx="5913669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10017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City End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97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202D0-0B8E-261F-D2FC-AB0D8448D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9B0DC-FA33-3845-EBD6-BB1F5DDE8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605D0-1B18-9B0D-EA5E-11AD1AA81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5D387A-A96D-B746-92D4-11C89580747C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D9A11-88B8-EFF0-FABE-5CAE6B89C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BE215-079D-7057-729A-C57876640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A5D6F-B37F-2340-9F99-8CC40EBCD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0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57D823-8F3B-8244-A2A2-F82A32281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A322BF-5589-0A40-981A-CA01D0A8B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FFEC-18CB-E645-960D-8EDDDC516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333333"/>
                </a:solidFill>
                <a:latin typeface="+mn-lt"/>
              </a:defRPr>
            </a:lvl1pPr>
          </a:lstStyle>
          <a:p>
            <a:pPr>
              <a:defRPr/>
            </a:pPr>
            <a:fld id="{A8C65966-93CC-F24E-90A5-02507490D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7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5pPr>
      <a:lvl6pPr marL="45719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6pPr>
      <a:lvl7pPr marL="91439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7pPr>
      <a:lvl8pPr marL="137158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8pPr>
      <a:lvl9pPr marL="1828781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9pPr>
    </p:titleStyle>
    <p:bodyStyle>
      <a:lvl1pPr marL="228597" indent="-228597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34993" indent="-228597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616062"/>
        </a:buClr>
        <a:buFont typeface="Arial" panose="020B0604020202020204" pitchFamily="34" charset="0"/>
        <a:buChar char="•"/>
        <a:defRPr sz="2400" kern="1200">
          <a:solidFill>
            <a:srgbClr val="616062"/>
          </a:solidFill>
          <a:latin typeface="+mn-lt"/>
          <a:ea typeface="+mn-ea"/>
          <a:cs typeface="+mn-cs"/>
        </a:defRPr>
      </a:lvl2pPr>
      <a:lvl3pPr marL="804854" indent="-169861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616062"/>
          </a:solidFill>
          <a:latin typeface="+mn-lt"/>
          <a:ea typeface="+mn-ea"/>
          <a:cs typeface="+mn-cs"/>
        </a:defRPr>
      </a:lvl3pPr>
      <a:lvl4pPr marL="1146163" indent="-28416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4pPr>
      <a:lvl5pPr marL="1430323" indent="-28416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5pPr>
      <a:lvl6pPr marL="2514573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9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4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8" indent="-228597" algn="l" defTabSz="91439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6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1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5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0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6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1" algn="l" defTabSz="9143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kari-KK/new-learning/blob/a220d85c6a7fff1c711a3dac28f00cc2f388ada7/Langfuse_trace-aaa1b1e10c4f5ad07f62305456974edd.json" TargetMode="External"/><Relationship Id="rId2" Type="http://schemas.openxmlformats.org/officeDocument/2006/relationships/hyperlink" Target="https://github.com/Sankari-KK/new-learning/blob/a220d85c6a7fff1c711a3dac28f00cc2f388ada7/Langfuseworking.ipynb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9B159-6DD4-1BBB-CA47-E6AAB736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BCD86-223D-A8A8-096C-9FF792988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251" y="2504373"/>
            <a:ext cx="5704100" cy="1160168"/>
          </a:xfrm>
        </p:spPr>
        <p:txBody>
          <a:bodyPr/>
          <a:lstStyle/>
          <a:p>
            <a:br>
              <a:rPr lang="en-US" sz="3200" dirty="0"/>
            </a:br>
            <a:br>
              <a:rPr lang="en-US" sz="32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9EBD2-D46D-4CA4-3FA8-401F9894C6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8 Jul 2025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A718C9-6B6F-2073-1EC4-A5A28D510620}"/>
              </a:ext>
            </a:extLst>
          </p:cNvPr>
          <p:cNvSpPr txBox="1">
            <a:spLocks/>
          </p:cNvSpPr>
          <p:nvPr/>
        </p:nvSpPr>
        <p:spPr bwMode="auto">
          <a:xfrm>
            <a:off x="348966" y="1924288"/>
            <a:ext cx="7999771" cy="204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 fontScale="97500"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rgbClr val="333333"/>
                </a:solidFill>
                <a:latin typeface="Arial" panose="020B0604020202020204" pitchFamily="34" charset="0"/>
              </a:defRPr>
            </a:lvl9pPr>
          </a:lstStyle>
          <a:p>
            <a:pPr defTabSz="883128"/>
            <a:r>
              <a:rPr lang="en-US" dirty="0"/>
              <a:t>Integrate </a:t>
            </a:r>
            <a:r>
              <a:rPr lang="en-US" dirty="0" err="1"/>
              <a:t>LangFuse</a:t>
            </a:r>
            <a:r>
              <a:rPr lang="en-US" dirty="0"/>
              <a:t> to AI Agent</a:t>
            </a:r>
            <a:endParaRPr lang="en-IN" sz="5988" b="0" dirty="0">
              <a:latin typeface="Arial" panose="020B060402020202020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1970FAD-1BC5-5CC1-DA15-57C193E94748}"/>
              </a:ext>
            </a:extLst>
          </p:cNvPr>
          <p:cNvSpPr txBox="1">
            <a:spLocks/>
          </p:cNvSpPr>
          <p:nvPr/>
        </p:nvSpPr>
        <p:spPr bwMode="auto">
          <a:xfrm>
            <a:off x="525251" y="4408606"/>
            <a:ext cx="3940802" cy="58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616062"/>
              </a:buClr>
              <a:buFont typeface="Arial" panose="020B0604020202020204" pitchFamily="34" charset="0"/>
              <a:buNone/>
              <a:defRPr sz="2000" kern="1200">
                <a:solidFill>
                  <a:srgbClr val="61606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rgbClr val="616062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rgbClr val="616062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rgbClr val="61606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83128">
              <a:spcBef>
                <a:spcPts val="966"/>
              </a:spcBef>
              <a:buClr>
                <a:srgbClr val="007EB8"/>
              </a:buClr>
            </a:pPr>
            <a:r>
              <a:rPr lang="en-US" dirty="0">
                <a:solidFill>
                  <a:srgbClr val="FFFFFF"/>
                </a:solidFill>
                <a:latin typeface="Arial" panose="020B0604020202020204"/>
              </a:rPr>
              <a:t>Sankareswari Athiappan</a:t>
            </a:r>
          </a:p>
        </p:txBody>
      </p:sp>
    </p:spTree>
    <p:extLst>
      <p:ext uri="{BB962C8B-B14F-4D97-AF65-F5344CB8AC3E}">
        <p14:creationId xmlns:p14="http://schemas.microsoft.com/office/powerpoint/2010/main" val="2294252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51A5C-8049-D6B7-A9ED-146CB656D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1196" y="-556555"/>
            <a:ext cx="9363865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Integrate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LangFuse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to AI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45B7-78F5-6EC4-7DD7-E10E21623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1" y="1102440"/>
            <a:ext cx="10171562" cy="453408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Git URL for Python File: </a:t>
            </a:r>
            <a:r>
              <a:rPr lang="en-US" sz="1800" dirty="0">
                <a:hlinkClick r:id="rId2"/>
              </a:rPr>
              <a:t>https://github.com/Sankari-KK/new-learning/blob/a220d85c6a7fff1c711a3dac28f00cc2f388ada7/Langfuseworking.ipynb</a:t>
            </a:r>
            <a:r>
              <a:rPr lang="en-US" sz="1800" dirty="0"/>
              <a:t> </a:t>
            </a:r>
          </a:p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Trace JSON File: </a:t>
            </a:r>
            <a:r>
              <a:rPr lang="en-US" sz="1800" dirty="0">
                <a:hlinkClick r:id="rId3"/>
              </a:rPr>
              <a:t>https://github.com/Sankari-KK/new-learning/blob/a220d85c6a7fff1c711a3dac28f00cc2f388ada7/Langfuse_trace-aaa1b1e10c4f5ad07f62305456974edd.json</a:t>
            </a:r>
            <a:r>
              <a:rPr lang="en-US" sz="1800" dirty="0"/>
              <a:t> </a:t>
            </a:r>
          </a:p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Langfuse</a:t>
            </a:r>
            <a:r>
              <a:rPr lang="en-US" sz="1800" dirty="0"/>
              <a:t> Tracing Screenshots provided in the next slide</a:t>
            </a: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2A90D551-0222-F186-9F04-075037EEC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1197" y="1102440"/>
            <a:ext cx="1681703" cy="16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6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EC2FC-615F-1454-B13E-5FF81375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20433-80D2-BD88-1D55-BAC766D7F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812" y="-130915"/>
            <a:ext cx="10909640" cy="1368614"/>
          </a:xfrm>
        </p:spPr>
        <p:txBody>
          <a:bodyPr anchor="ctr">
            <a:normAutofit/>
          </a:bodyPr>
          <a:lstStyle/>
          <a:p>
            <a:r>
              <a:rPr lang="en-US" sz="6600" dirty="0" err="1"/>
              <a:t>LangFuse</a:t>
            </a:r>
            <a:r>
              <a:rPr lang="en-US" sz="6600" dirty="0"/>
              <a:t> Screenshots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EAA18B-29EC-6996-3AA0-8E88408A16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1" r="-1" b="8662"/>
          <a:stretch>
            <a:fillRect/>
          </a:stretch>
        </p:blipFill>
        <p:spPr>
          <a:xfrm>
            <a:off x="3823987" y="3850569"/>
            <a:ext cx="3917933" cy="255023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A28356-9508-44DC-93AD-1572A5A31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544" y="1001456"/>
            <a:ext cx="7720817" cy="295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3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C239C-8EFF-6903-70E6-59EB431F3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611D-5ED2-F33E-A178-5FC74B99B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LangFuse Screenshots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1DEF1-79B6-8EB4-64B1-3F004CA8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0454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007531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idio-PPT-Template-2021-Extended-4" id="{3BA23201-E560-0F4E-BD6D-37308DC2288C}" vid="{AD364B24-90E8-FC4C-81D5-BA3F742A7A5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77</Words>
  <Application>Microsoft Macintosh PowerPoint</Application>
  <PresentationFormat>Widescreen</PresentationFormat>
  <Paragraphs>15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1_Office Theme</vt:lpstr>
      <vt:lpstr>  </vt:lpstr>
      <vt:lpstr>Integrate LangFuse to AI Agent</vt:lpstr>
      <vt:lpstr>LangFuse Screenshots</vt:lpstr>
      <vt:lpstr>LangFuse Screenshots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Sankareswari Athiappan</dc:creator>
  <cp:lastModifiedBy>Sankareswari Athiappan</cp:lastModifiedBy>
  <cp:revision>3</cp:revision>
  <dcterms:created xsi:type="dcterms:W3CDTF">2025-07-08T13:41:52Z</dcterms:created>
  <dcterms:modified xsi:type="dcterms:W3CDTF">2025-07-08T15:32:49Z</dcterms:modified>
</cp:coreProperties>
</file>